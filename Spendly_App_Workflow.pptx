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Spendly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 Tracker - App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3931920"/>
            <a:ext cx="3657600" cy="45720"/>
          </a:xfrm>
          <a:prstGeom prst="rect">
            <a:avLst/>
          </a:prstGeom>
          <a:solidFill>
            <a:srgbClr val="02C3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Spendly?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lightweight personal expense tracking application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with Flask (Python web framework) and SQLite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User-friendly interface for managing personal finances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authentication and account management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Expense tracking with categories and dates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Dashboard with filtering and expense summaries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Edit and delete expense functionality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- Web framework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- 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- Password hashing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3.10+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HTML5 &amp; Jinja2 templates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CSS3 with design tokens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JavaScript (no frameworks)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Schema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Table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- Auto-incrementing user ID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 - User's display name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- Unique email for login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password_hash - Bcrypt-hashed password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created_at - Account creation timestamp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Expenses Table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 - Auto-incrementing expense ID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754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user_id - Foreign key to users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 - Expense amount (REAL)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5778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category - Category (Food, Transport, Bills)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- Expense date (YYYY-MM-DD format)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app.py - All Flask routes (single file, no blueprints)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database/db.py - SQLite helpers (get_db, init_db, seed_db)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templates/ - Jinja2 templates (base, landing, login, register, profile)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static/css/ - Global styles (style.css) and page-specific styles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static/js/ - Vanilla JavaScript utilities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CSS design tokens defined in :root of style.css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colors, fonts, and border radius across all pages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Flow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Page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Logged-out users see marketing page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Links to Register and 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Login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validation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password hashing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2331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Session-based authentication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Routes - Part 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Renders landing page (logged-out users)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Logged-in users redirected to /profile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/register &amp; POST /register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Registration form with validation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Password strength checking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creation with bcrypt hashing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/login &amp; POST /login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form with validation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Implemented Routes - Part 2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 /logout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Clears session and redirects to landing page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/profile (COMPLETED - Step 3)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Consolidated dashboard + account settings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user header with name and email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Shows expense list with filters (date range, category)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Displays expense summary (total spent)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information section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Routes - To Be Implemented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Add Expense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/expenses/add - Form to add new expense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/expenses/add - Save expense to database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Edit Expense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/expenses/&lt;id&gt;/edit - Form to edit expense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/expenses/&lt;id&gt;/edit - Update expense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9: Delete Expense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 /expenses/&lt;id&gt;/delete - Delete expense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Workflow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Landing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lands on marketing page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137160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9748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01168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Register/Login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 or sign 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37160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3484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4904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expenses and summary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72200" y="1417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8640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 expenses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1371600"/>
            <a:ext cx="548640" cy="548640"/>
          </a:xfrm>
          <a:prstGeom prst="ellipse">
            <a:avLst/>
          </a:prstGeom>
          <a:solidFill>
            <a:srgbClr val="028090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223760" y="2103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Track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24231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 and category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Best Practices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 &amp; Password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Bcrypt hashing for password security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Session-based authentication with Flask session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Foreign key enforcement enabled (PRAGMA foreign_keys = ON)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Parameterized queries to prevent SQL injection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Quality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PEP 8 compliant Python code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 error handling with Flask abort()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URL generation with url_for() (no hardcoded URLs)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 Palette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Primary (Teal): #028090 - Main navigation and headers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Secondary (Seafoam): #00A896 - Accent elements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Accent (Mint): #02C39A - Highlights and CTAs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Typography &amp; Layout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Consistent font stack (system fonts)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 for mobile and desktop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343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Proper spacing and visual hierarchy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&amp; Development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Environment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on port 5001: python app.py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user: demo@spendly.com / demo123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all tests: pytest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specific test: pytest -k "test_name"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931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Display output: pytest -s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Constraints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only (no FastAPI, Django)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548640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 only (no PostgreSQL, ORM)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5897880"/>
            <a:ext cx="7406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JavaScript only (no frameworks)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Spendly is a clean, modern expense tracker built with Flask and SQLite.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focus on security, simplicity, and user experience.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Features: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User authentication  |  ✓ Dashboard  |  ✓ Expense tracking  |  ✓ Responsive design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expense management and filtering features in upcoming releases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2026-09-24T05:53:32Z</dcterms:created>
  <dcterms:modified xsi:type="dcterms:W3CDTF">2026-09-24T05:53:32Z</dcterms:modified>
</cp:coreProperties>
</file>